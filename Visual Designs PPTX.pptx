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3" r:id="rId8"/>
    <p:sldId id="264"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igi-T-Y2-26@dom.sandwell.ac.uk" initials="DTY2" lastIdx="1" clrIdx="0">
    <p:extLst>
      <p:ext uri="{19B8F6BF-5375-455C-9EA6-DF929625EA0E}">
        <p15:presenceInfo xmlns:p15="http://schemas.microsoft.com/office/powerpoint/2012/main" userId="S-1-5-21-834893392-157882534-622671684-16682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3" d="100"/>
          <a:sy n="113" d="100"/>
        </p:scale>
        <p:origin x="510"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63DAF-981B-4669-B045-FCA5E04B6473}"/>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9B159F85-354B-4ED3-A9FA-54E726CE770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A490F3D8-ECDE-43BD-9A40-547C2B9DAF7C}"/>
              </a:ext>
            </a:extLst>
          </p:cNvPr>
          <p:cNvSpPr>
            <a:spLocks noGrp="1"/>
          </p:cNvSpPr>
          <p:nvPr>
            <p:ph type="dt" sz="half" idx="10"/>
          </p:nvPr>
        </p:nvSpPr>
        <p:spPr/>
        <p:txBody>
          <a:bodyPr/>
          <a:lstStyle/>
          <a:p>
            <a:fld id="{09FC6959-42E7-4BBB-A471-7936355E13A4}" type="datetimeFigureOut">
              <a:rPr lang="en-GB" smtClean="0"/>
              <a:t>13/03/2026</a:t>
            </a:fld>
            <a:endParaRPr lang="en-GB"/>
          </a:p>
        </p:txBody>
      </p:sp>
      <p:sp>
        <p:nvSpPr>
          <p:cNvPr id="5" name="Footer Placeholder 4">
            <a:extLst>
              <a:ext uri="{FF2B5EF4-FFF2-40B4-BE49-F238E27FC236}">
                <a16:creationId xmlns:a16="http://schemas.microsoft.com/office/drawing/2014/main" id="{854FDF2C-3E68-4147-A529-DC0E01C9D44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B3E0C99-0963-481A-94D6-F6B4AC9A460F}"/>
              </a:ext>
            </a:extLst>
          </p:cNvPr>
          <p:cNvSpPr>
            <a:spLocks noGrp="1"/>
          </p:cNvSpPr>
          <p:nvPr>
            <p:ph type="sldNum" sz="quarter" idx="12"/>
          </p:nvPr>
        </p:nvSpPr>
        <p:spPr/>
        <p:txBody>
          <a:bodyPr/>
          <a:lstStyle/>
          <a:p>
            <a:fld id="{6FF35322-3948-4B1A-8848-499E2001B2BA}" type="slidenum">
              <a:rPr lang="en-GB" smtClean="0"/>
              <a:t>‹#›</a:t>
            </a:fld>
            <a:endParaRPr lang="en-GB"/>
          </a:p>
        </p:txBody>
      </p:sp>
    </p:spTree>
    <p:extLst>
      <p:ext uri="{BB962C8B-B14F-4D97-AF65-F5344CB8AC3E}">
        <p14:creationId xmlns:p14="http://schemas.microsoft.com/office/powerpoint/2010/main" val="17251799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A68DE-76EB-4686-8624-3330EF1128A4}"/>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CD79D365-6EFC-4196-A99F-4F5416D3CCBD}"/>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EDD647C6-EAD9-44F8-B491-C22468CC426D}"/>
              </a:ext>
            </a:extLst>
          </p:cNvPr>
          <p:cNvSpPr>
            <a:spLocks noGrp="1"/>
          </p:cNvSpPr>
          <p:nvPr>
            <p:ph type="dt" sz="half" idx="10"/>
          </p:nvPr>
        </p:nvSpPr>
        <p:spPr/>
        <p:txBody>
          <a:bodyPr/>
          <a:lstStyle/>
          <a:p>
            <a:fld id="{09FC6959-42E7-4BBB-A471-7936355E13A4}" type="datetimeFigureOut">
              <a:rPr lang="en-GB" smtClean="0"/>
              <a:t>13/03/2026</a:t>
            </a:fld>
            <a:endParaRPr lang="en-GB"/>
          </a:p>
        </p:txBody>
      </p:sp>
      <p:sp>
        <p:nvSpPr>
          <p:cNvPr id="5" name="Footer Placeholder 4">
            <a:extLst>
              <a:ext uri="{FF2B5EF4-FFF2-40B4-BE49-F238E27FC236}">
                <a16:creationId xmlns:a16="http://schemas.microsoft.com/office/drawing/2014/main" id="{4003669C-E6B8-41A6-8D9B-F8E367F317A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BFF93C7-F2A2-4459-AD93-A591DD066DE4}"/>
              </a:ext>
            </a:extLst>
          </p:cNvPr>
          <p:cNvSpPr>
            <a:spLocks noGrp="1"/>
          </p:cNvSpPr>
          <p:nvPr>
            <p:ph type="sldNum" sz="quarter" idx="12"/>
          </p:nvPr>
        </p:nvSpPr>
        <p:spPr/>
        <p:txBody>
          <a:bodyPr/>
          <a:lstStyle/>
          <a:p>
            <a:fld id="{6FF35322-3948-4B1A-8848-499E2001B2BA}" type="slidenum">
              <a:rPr lang="en-GB" smtClean="0"/>
              <a:t>‹#›</a:t>
            </a:fld>
            <a:endParaRPr lang="en-GB"/>
          </a:p>
        </p:txBody>
      </p:sp>
    </p:spTree>
    <p:extLst>
      <p:ext uri="{BB962C8B-B14F-4D97-AF65-F5344CB8AC3E}">
        <p14:creationId xmlns:p14="http://schemas.microsoft.com/office/powerpoint/2010/main" val="7705492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09D08-F4D6-4B7E-B6B2-F7EC2936CCBE}"/>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02867072-134D-4491-87AA-55C219D566C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5FF41D-F22B-4D5E-812B-FDA655814600}"/>
              </a:ext>
            </a:extLst>
          </p:cNvPr>
          <p:cNvSpPr>
            <a:spLocks noGrp="1"/>
          </p:cNvSpPr>
          <p:nvPr>
            <p:ph type="dt" sz="half" idx="10"/>
          </p:nvPr>
        </p:nvSpPr>
        <p:spPr/>
        <p:txBody>
          <a:bodyPr/>
          <a:lstStyle/>
          <a:p>
            <a:fld id="{09FC6959-42E7-4BBB-A471-7936355E13A4}" type="datetimeFigureOut">
              <a:rPr lang="en-GB" smtClean="0"/>
              <a:t>13/03/2026</a:t>
            </a:fld>
            <a:endParaRPr lang="en-GB"/>
          </a:p>
        </p:txBody>
      </p:sp>
      <p:sp>
        <p:nvSpPr>
          <p:cNvPr id="5" name="Footer Placeholder 4">
            <a:extLst>
              <a:ext uri="{FF2B5EF4-FFF2-40B4-BE49-F238E27FC236}">
                <a16:creationId xmlns:a16="http://schemas.microsoft.com/office/drawing/2014/main" id="{030006E1-0738-4733-AECA-F6F5222D174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4A00BC0-D62F-458A-B36D-6077A3FA5C32}"/>
              </a:ext>
            </a:extLst>
          </p:cNvPr>
          <p:cNvSpPr>
            <a:spLocks noGrp="1"/>
          </p:cNvSpPr>
          <p:nvPr>
            <p:ph type="sldNum" sz="quarter" idx="12"/>
          </p:nvPr>
        </p:nvSpPr>
        <p:spPr/>
        <p:txBody>
          <a:bodyPr/>
          <a:lstStyle/>
          <a:p>
            <a:fld id="{6FF35322-3948-4B1A-8848-499E2001B2BA}" type="slidenum">
              <a:rPr lang="en-GB" smtClean="0"/>
              <a:t>‹#›</a:t>
            </a:fld>
            <a:endParaRPr lang="en-GB"/>
          </a:p>
        </p:txBody>
      </p:sp>
    </p:spTree>
    <p:extLst>
      <p:ext uri="{BB962C8B-B14F-4D97-AF65-F5344CB8AC3E}">
        <p14:creationId xmlns:p14="http://schemas.microsoft.com/office/powerpoint/2010/main" val="36842548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682625-1FA8-4AEF-852C-71BCFD114400}"/>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AEB53C3C-46AA-4ABC-84D1-B50F277F6115}"/>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2FDB868B-CB8A-4A77-BDFA-CDAB239E9B2A}"/>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977EE268-A335-4B91-B114-7F6C0CD94075}"/>
              </a:ext>
            </a:extLst>
          </p:cNvPr>
          <p:cNvSpPr>
            <a:spLocks noGrp="1"/>
          </p:cNvSpPr>
          <p:nvPr>
            <p:ph type="dt" sz="half" idx="10"/>
          </p:nvPr>
        </p:nvSpPr>
        <p:spPr/>
        <p:txBody>
          <a:bodyPr/>
          <a:lstStyle/>
          <a:p>
            <a:fld id="{09FC6959-42E7-4BBB-A471-7936355E13A4}" type="datetimeFigureOut">
              <a:rPr lang="en-GB" smtClean="0"/>
              <a:t>13/03/2026</a:t>
            </a:fld>
            <a:endParaRPr lang="en-GB"/>
          </a:p>
        </p:txBody>
      </p:sp>
      <p:sp>
        <p:nvSpPr>
          <p:cNvPr id="6" name="Footer Placeholder 5">
            <a:extLst>
              <a:ext uri="{FF2B5EF4-FFF2-40B4-BE49-F238E27FC236}">
                <a16:creationId xmlns:a16="http://schemas.microsoft.com/office/drawing/2014/main" id="{1AC503F5-1E1D-46B8-89F0-9220C37F302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880B5DC-013D-4D55-89C7-91436A090E90}"/>
              </a:ext>
            </a:extLst>
          </p:cNvPr>
          <p:cNvSpPr>
            <a:spLocks noGrp="1"/>
          </p:cNvSpPr>
          <p:nvPr>
            <p:ph type="sldNum" sz="quarter" idx="12"/>
          </p:nvPr>
        </p:nvSpPr>
        <p:spPr/>
        <p:txBody>
          <a:bodyPr/>
          <a:lstStyle/>
          <a:p>
            <a:fld id="{6FF35322-3948-4B1A-8848-499E2001B2BA}" type="slidenum">
              <a:rPr lang="en-GB" smtClean="0"/>
              <a:t>‹#›</a:t>
            </a:fld>
            <a:endParaRPr lang="en-GB"/>
          </a:p>
        </p:txBody>
      </p:sp>
    </p:spTree>
    <p:extLst>
      <p:ext uri="{BB962C8B-B14F-4D97-AF65-F5344CB8AC3E}">
        <p14:creationId xmlns:p14="http://schemas.microsoft.com/office/powerpoint/2010/main" val="12301191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7A7151-8BE8-400F-AB84-5D8A690050D4}"/>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5D278C06-C469-4131-810C-C00B158033B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5447A12B-0615-4E7A-B7B0-A44E9478C26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2D875CD4-26EE-460E-BAAF-82A3ED25D52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B9F53CE1-2F8D-464C-96BB-08E9B385088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9E488270-5BB9-46DF-9E3D-3D37C6D46C47}"/>
              </a:ext>
            </a:extLst>
          </p:cNvPr>
          <p:cNvSpPr>
            <a:spLocks noGrp="1"/>
          </p:cNvSpPr>
          <p:nvPr>
            <p:ph type="dt" sz="half" idx="10"/>
          </p:nvPr>
        </p:nvSpPr>
        <p:spPr/>
        <p:txBody>
          <a:bodyPr/>
          <a:lstStyle/>
          <a:p>
            <a:fld id="{09FC6959-42E7-4BBB-A471-7936355E13A4}" type="datetimeFigureOut">
              <a:rPr lang="en-GB" smtClean="0"/>
              <a:t>13/03/2026</a:t>
            </a:fld>
            <a:endParaRPr lang="en-GB"/>
          </a:p>
        </p:txBody>
      </p:sp>
      <p:sp>
        <p:nvSpPr>
          <p:cNvPr id="8" name="Footer Placeholder 7">
            <a:extLst>
              <a:ext uri="{FF2B5EF4-FFF2-40B4-BE49-F238E27FC236}">
                <a16:creationId xmlns:a16="http://schemas.microsoft.com/office/drawing/2014/main" id="{953A5428-9E97-4A61-9748-F0E5B92EC8E3}"/>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C25A57C8-8800-416F-93E5-B71A1DBAA35B}"/>
              </a:ext>
            </a:extLst>
          </p:cNvPr>
          <p:cNvSpPr>
            <a:spLocks noGrp="1"/>
          </p:cNvSpPr>
          <p:nvPr>
            <p:ph type="sldNum" sz="quarter" idx="12"/>
          </p:nvPr>
        </p:nvSpPr>
        <p:spPr/>
        <p:txBody>
          <a:bodyPr/>
          <a:lstStyle/>
          <a:p>
            <a:fld id="{6FF35322-3948-4B1A-8848-499E2001B2BA}" type="slidenum">
              <a:rPr lang="en-GB" smtClean="0"/>
              <a:t>‹#›</a:t>
            </a:fld>
            <a:endParaRPr lang="en-GB"/>
          </a:p>
        </p:txBody>
      </p:sp>
    </p:spTree>
    <p:extLst>
      <p:ext uri="{BB962C8B-B14F-4D97-AF65-F5344CB8AC3E}">
        <p14:creationId xmlns:p14="http://schemas.microsoft.com/office/powerpoint/2010/main" val="16533807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A81F80-E385-412C-B8BC-9FB4A9C30450}"/>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55954FD1-51F3-4297-9491-538949D3B968}"/>
              </a:ext>
            </a:extLst>
          </p:cNvPr>
          <p:cNvSpPr>
            <a:spLocks noGrp="1"/>
          </p:cNvSpPr>
          <p:nvPr>
            <p:ph type="dt" sz="half" idx="10"/>
          </p:nvPr>
        </p:nvSpPr>
        <p:spPr/>
        <p:txBody>
          <a:bodyPr/>
          <a:lstStyle/>
          <a:p>
            <a:fld id="{09FC6959-42E7-4BBB-A471-7936355E13A4}" type="datetimeFigureOut">
              <a:rPr lang="en-GB" smtClean="0"/>
              <a:t>13/03/2026</a:t>
            </a:fld>
            <a:endParaRPr lang="en-GB"/>
          </a:p>
        </p:txBody>
      </p:sp>
      <p:sp>
        <p:nvSpPr>
          <p:cNvPr id="4" name="Footer Placeholder 3">
            <a:extLst>
              <a:ext uri="{FF2B5EF4-FFF2-40B4-BE49-F238E27FC236}">
                <a16:creationId xmlns:a16="http://schemas.microsoft.com/office/drawing/2014/main" id="{3A4AB454-338F-4C3D-A360-900D7BABC37D}"/>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5812487E-6BF2-430C-A70F-1E68EEF6F63F}"/>
              </a:ext>
            </a:extLst>
          </p:cNvPr>
          <p:cNvSpPr>
            <a:spLocks noGrp="1"/>
          </p:cNvSpPr>
          <p:nvPr>
            <p:ph type="sldNum" sz="quarter" idx="12"/>
          </p:nvPr>
        </p:nvSpPr>
        <p:spPr/>
        <p:txBody>
          <a:bodyPr/>
          <a:lstStyle/>
          <a:p>
            <a:fld id="{6FF35322-3948-4B1A-8848-499E2001B2BA}" type="slidenum">
              <a:rPr lang="en-GB" smtClean="0"/>
              <a:t>‹#›</a:t>
            </a:fld>
            <a:endParaRPr lang="en-GB"/>
          </a:p>
        </p:txBody>
      </p:sp>
    </p:spTree>
    <p:extLst>
      <p:ext uri="{BB962C8B-B14F-4D97-AF65-F5344CB8AC3E}">
        <p14:creationId xmlns:p14="http://schemas.microsoft.com/office/powerpoint/2010/main" val="20129672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BB1C05E-F0A9-4249-BAB7-D8A1261C739D}"/>
              </a:ext>
            </a:extLst>
          </p:cNvPr>
          <p:cNvSpPr>
            <a:spLocks noGrp="1"/>
          </p:cNvSpPr>
          <p:nvPr>
            <p:ph type="dt" sz="half" idx="10"/>
          </p:nvPr>
        </p:nvSpPr>
        <p:spPr/>
        <p:txBody>
          <a:bodyPr/>
          <a:lstStyle/>
          <a:p>
            <a:fld id="{09FC6959-42E7-4BBB-A471-7936355E13A4}" type="datetimeFigureOut">
              <a:rPr lang="en-GB" smtClean="0"/>
              <a:t>13/03/2026</a:t>
            </a:fld>
            <a:endParaRPr lang="en-GB"/>
          </a:p>
        </p:txBody>
      </p:sp>
      <p:sp>
        <p:nvSpPr>
          <p:cNvPr id="3" name="Footer Placeholder 2">
            <a:extLst>
              <a:ext uri="{FF2B5EF4-FFF2-40B4-BE49-F238E27FC236}">
                <a16:creationId xmlns:a16="http://schemas.microsoft.com/office/drawing/2014/main" id="{4B48CC8B-EC44-4F6F-B66D-6A9D80BB04C9}"/>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A28FB562-6B0E-4831-B3BC-93A22E0AFDC9}"/>
              </a:ext>
            </a:extLst>
          </p:cNvPr>
          <p:cNvSpPr>
            <a:spLocks noGrp="1"/>
          </p:cNvSpPr>
          <p:nvPr>
            <p:ph type="sldNum" sz="quarter" idx="12"/>
          </p:nvPr>
        </p:nvSpPr>
        <p:spPr/>
        <p:txBody>
          <a:bodyPr/>
          <a:lstStyle/>
          <a:p>
            <a:fld id="{6FF35322-3948-4B1A-8848-499E2001B2BA}" type="slidenum">
              <a:rPr lang="en-GB" smtClean="0"/>
              <a:t>‹#›</a:t>
            </a:fld>
            <a:endParaRPr lang="en-GB"/>
          </a:p>
        </p:txBody>
      </p:sp>
    </p:spTree>
    <p:extLst>
      <p:ext uri="{BB962C8B-B14F-4D97-AF65-F5344CB8AC3E}">
        <p14:creationId xmlns:p14="http://schemas.microsoft.com/office/powerpoint/2010/main" val="8200454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2C2F37-6BA9-4D4D-BFD2-36B8A3E2692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FDD3A66D-D1F7-4EFC-A8B6-379D78F5FF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5B4E2B0E-6409-47AB-9228-DB5C48E2C4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F4F67F6-7E1A-4EE0-B797-C48021009E05}"/>
              </a:ext>
            </a:extLst>
          </p:cNvPr>
          <p:cNvSpPr>
            <a:spLocks noGrp="1"/>
          </p:cNvSpPr>
          <p:nvPr>
            <p:ph type="dt" sz="half" idx="10"/>
          </p:nvPr>
        </p:nvSpPr>
        <p:spPr/>
        <p:txBody>
          <a:bodyPr/>
          <a:lstStyle/>
          <a:p>
            <a:fld id="{09FC6959-42E7-4BBB-A471-7936355E13A4}" type="datetimeFigureOut">
              <a:rPr lang="en-GB" smtClean="0"/>
              <a:t>13/03/2026</a:t>
            </a:fld>
            <a:endParaRPr lang="en-GB"/>
          </a:p>
        </p:txBody>
      </p:sp>
      <p:sp>
        <p:nvSpPr>
          <p:cNvPr id="6" name="Footer Placeholder 5">
            <a:extLst>
              <a:ext uri="{FF2B5EF4-FFF2-40B4-BE49-F238E27FC236}">
                <a16:creationId xmlns:a16="http://schemas.microsoft.com/office/drawing/2014/main" id="{E24DC215-9688-4172-9A01-BFC539D2252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A5CF6ED-EC16-43C4-AF0D-ADF5C165BC19}"/>
              </a:ext>
            </a:extLst>
          </p:cNvPr>
          <p:cNvSpPr>
            <a:spLocks noGrp="1"/>
          </p:cNvSpPr>
          <p:nvPr>
            <p:ph type="sldNum" sz="quarter" idx="12"/>
          </p:nvPr>
        </p:nvSpPr>
        <p:spPr/>
        <p:txBody>
          <a:bodyPr/>
          <a:lstStyle/>
          <a:p>
            <a:fld id="{6FF35322-3948-4B1A-8848-499E2001B2BA}" type="slidenum">
              <a:rPr lang="en-GB" smtClean="0"/>
              <a:t>‹#›</a:t>
            </a:fld>
            <a:endParaRPr lang="en-GB"/>
          </a:p>
        </p:txBody>
      </p:sp>
    </p:spTree>
    <p:extLst>
      <p:ext uri="{BB962C8B-B14F-4D97-AF65-F5344CB8AC3E}">
        <p14:creationId xmlns:p14="http://schemas.microsoft.com/office/powerpoint/2010/main" val="20578323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91829E-F0B4-4B77-81F6-F0B46926607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7E78D067-2F1F-4D9A-9A83-0236E6F565E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296AA438-4ECE-4920-B1A5-A3EAE6C255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1C8D1B6-BD8B-48D9-B8F8-5A17BEC31836}"/>
              </a:ext>
            </a:extLst>
          </p:cNvPr>
          <p:cNvSpPr>
            <a:spLocks noGrp="1"/>
          </p:cNvSpPr>
          <p:nvPr>
            <p:ph type="dt" sz="half" idx="10"/>
          </p:nvPr>
        </p:nvSpPr>
        <p:spPr/>
        <p:txBody>
          <a:bodyPr/>
          <a:lstStyle/>
          <a:p>
            <a:fld id="{09FC6959-42E7-4BBB-A471-7936355E13A4}" type="datetimeFigureOut">
              <a:rPr lang="en-GB" smtClean="0"/>
              <a:t>13/03/2026</a:t>
            </a:fld>
            <a:endParaRPr lang="en-GB"/>
          </a:p>
        </p:txBody>
      </p:sp>
      <p:sp>
        <p:nvSpPr>
          <p:cNvPr id="6" name="Footer Placeholder 5">
            <a:extLst>
              <a:ext uri="{FF2B5EF4-FFF2-40B4-BE49-F238E27FC236}">
                <a16:creationId xmlns:a16="http://schemas.microsoft.com/office/drawing/2014/main" id="{2EF76B98-C7AF-41AF-A969-06C8A36B1FB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C021BDA-0603-40F7-92F9-06388798925C}"/>
              </a:ext>
            </a:extLst>
          </p:cNvPr>
          <p:cNvSpPr>
            <a:spLocks noGrp="1"/>
          </p:cNvSpPr>
          <p:nvPr>
            <p:ph type="sldNum" sz="quarter" idx="12"/>
          </p:nvPr>
        </p:nvSpPr>
        <p:spPr/>
        <p:txBody>
          <a:bodyPr/>
          <a:lstStyle/>
          <a:p>
            <a:fld id="{6FF35322-3948-4B1A-8848-499E2001B2BA}" type="slidenum">
              <a:rPr lang="en-GB" smtClean="0"/>
              <a:t>‹#›</a:t>
            </a:fld>
            <a:endParaRPr lang="en-GB"/>
          </a:p>
        </p:txBody>
      </p:sp>
    </p:spTree>
    <p:extLst>
      <p:ext uri="{BB962C8B-B14F-4D97-AF65-F5344CB8AC3E}">
        <p14:creationId xmlns:p14="http://schemas.microsoft.com/office/powerpoint/2010/main" val="17133197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64900-9CA7-4048-8A6F-6372469A68BA}"/>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0F3799A0-F493-4FCA-A9EF-AAFEDCABDBB7}"/>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69FD5314-2CF8-4343-AE57-81DB78078179}"/>
              </a:ext>
            </a:extLst>
          </p:cNvPr>
          <p:cNvSpPr>
            <a:spLocks noGrp="1"/>
          </p:cNvSpPr>
          <p:nvPr>
            <p:ph type="dt" sz="half" idx="10"/>
          </p:nvPr>
        </p:nvSpPr>
        <p:spPr/>
        <p:txBody>
          <a:bodyPr/>
          <a:lstStyle/>
          <a:p>
            <a:fld id="{09FC6959-42E7-4BBB-A471-7936355E13A4}" type="datetimeFigureOut">
              <a:rPr lang="en-GB" smtClean="0"/>
              <a:t>13/03/2026</a:t>
            </a:fld>
            <a:endParaRPr lang="en-GB"/>
          </a:p>
        </p:txBody>
      </p:sp>
      <p:sp>
        <p:nvSpPr>
          <p:cNvPr id="5" name="Footer Placeholder 4">
            <a:extLst>
              <a:ext uri="{FF2B5EF4-FFF2-40B4-BE49-F238E27FC236}">
                <a16:creationId xmlns:a16="http://schemas.microsoft.com/office/drawing/2014/main" id="{9C5E9F00-C739-42BE-8161-52F57D2FC03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B4908E1-FEF5-4FFA-A014-704554E789D2}"/>
              </a:ext>
            </a:extLst>
          </p:cNvPr>
          <p:cNvSpPr>
            <a:spLocks noGrp="1"/>
          </p:cNvSpPr>
          <p:nvPr>
            <p:ph type="sldNum" sz="quarter" idx="12"/>
          </p:nvPr>
        </p:nvSpPr>
        <p:spPr/>
        <p:txBody>
          <a:bodyPr/>
          <a:lstStyle/>
          <a:p>
            <a:fld id="{6FF35322-3948-4B1A-8848-499E2001B2BA}" type="slidenum">
              <a:rPr lang="en-GB" smtClean="0"/>
              <a:t>‹#›</a:t>
            </a:fld>
            <a:endParaRPr lang="en-GB"/>
          </a:p>
        </p:txBody>
      </p:sp>
    </p:spTree>
    <p:extLst>
      <p:ext uri="{BB962C8B-B14F-4D97-AF65-F5344CB8AC3E}">
        <p14:creationId xmlns:p14="http://schemas.microsoft.com/office/powerpoint/2010/main" val="12234791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3201843-F05D-4D89-B0EE-924721A9911F}"/>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7A949E43-DE2B-49EB-A248-1CCD3AC16046}"/>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F6B87FF5-E1FA-4AD4-98B8-012D6FF69EB4}"/>
              </a:ext>
            </a:extLst>
          </p:cNvPr>
          <p:cNvSpPr>
            <a:spLocks noGrp="1"/>
          </p:cNvSpPr>
          <p:nvPr>
            <p:ph type="dt" sz="half" idx="10"/>
          </p:nvPr>
        </p:nvSpPr>
        <p:spPr/>
        <p:txBody>
          <a:bodyPr/>
          <a:lstStyle/>
          <a:p>
            <a:fld id="{09FC6959-42E7-4BBB-A471-7936355E13A4}" type="datetimeFigureOut">
              <a:rPr lang="en-GB" smtClean="0"/>
              <a:t>13/03/2026</a:t>
            </a:fld>
            <a:endParaRPr lang="en-GB"/>
          </a:p>
        </p:txBody>
      </p:sp>
      <p:sp>
        <p:nvSpPr>
          <p:cNvPr id="5" name="Footer Placeholder 4">
            <a:extLst>
              <a:ext uri="{FF2B5EF4-FFF2-40B4-BE49-F238E27FC236}">
                <a16:creationId xmlns:a16="http://schemas.microsoft.com/office/drawing/2014/main" id="{8D71E11B-6C76-4C7C-BEF7-4A538BAADD6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EC8FBFC-5F4D-4993-B10B-3AF503FA6403}"/>
              </a:ext>
            </a:extLst>
          </p:cNvPr>
          <p:cNvSpPr>
            <a:spLocks noGrp="1"/>
          </p:cNvSpPr>
          <p:nvPr>
            <p:ph type="sldNum" sz="quarter" idx="12"/>
          </p:nvPr>
        </p:nvSpPr>
        <p:spPr/>
        <p:txBody>
          <a:bodyPr/>
          <a:lstStyle/>
          <a:p>
            <a:fld id="{6FF35322-3948-4B1A-8848-499E2001B2BA}" type="slidenum">
              <a:rPr lang="en-GB" smtClean="0"/>
              <a:t>‹#›</a:t>
            </a:fld>
            <a:endParaRPr lang="en-GB"/>
          </a:p>
        </p:txBody>
      </p:sp>
    </p:spTree>
    <p:extLst>
      <p:ext uri="{BB962C8B-B14F-4D97-AF65-F5344CB8AC3E}">
        <p14:creationId xmlns:p14="http://schemas.microsoft.com/office/powerpoint/2010/main" val="8146232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8CE123-8B0D-469A-829F-A608A594511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89887614-2DD4-499D-9473-AC68D500A10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770CAA51-97EE-4AC6-BD90-ABA8F0A53EA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9FC6959-42E7-4BBB-A471-7936355E13A4}" type="datetimeFigureOut">
              <a:rPr lang="en-GB" smtClean="0"/>
              <a:t>13/03/2026</a:t>
            </a:fld>
            <a:endParaRPr lang="en-GB"/>
          </a:p>
        </p:txBody>
      </p:sp>
      <p:sp>
        <p:nvSpPr>
          <p:cNvPr id="5" name="Footer Placeholder 4">
            <a:extLst>
              <a:ext uri="{FF2B5EF4-FFF2-40B4-BE49-F238E27FC236}">
                <a16:creationId xmlns:a16="http://schemas.microsoft.com/office/drawing/2014/main" id="{4EE2B243-6F45-47BA-9E29-DC16D3897C3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4B0205F1-1E93-42B1-A531-408D6B05A2B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FF35322-3948-4B1A-8848-499E2001B2BA}" type="slidenum">
              <a:rPr lang="en-GB" smtClean="0"/>
              <a:t>‹#›</a:t>
            </a:fld>
            <a:endParaRPr lang="en-GB"/>
          </a:p>
        </p:txBody>
      </p:sp>
    </p:spTree>
    <p:extLst>
      <p:ext uri="{BB962C8B-B14F-4D97-AF65-F5344CB8AC3E}">
        <p14:creationId xmlns:p14="http://schemas.microsoft.com/office/powerpoint/2010/main" val="33720309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wireframe.cc/MKKEhW"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ireframe.cc/1PsjkQ"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wireframe.cc/ptFlyx"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wireframe.cc/ppVBtt"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wireframe.cc/1qrbJA"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wireframe.cc/wEJfTt"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880BE-68B6-4B18-9361-1BF69120C131}"/>
              </a:ext>
            </a:extLst>
          </p:cNvPr>
          <p:cNvSpPr>
            <a:spLocks noGrp="1"/>
          </p:cNvSpPr>
          <p:nvPr>
            <p:ph type="ctrTitle"/>
          </p:nvPr>
        </p:nvSpPr>
        <p:spPr/>
        <p:txBody>
          <a:bodyPr/>
          <a:lstStyle/>
          <a:p>
            <a:r>
              <a:rPr lang="en-GB" dirty="0"/>
              <a:t>Visual Designs</a:t>
            </a:r>
          </a:p>
        </p:txBody>
      </p:sp>
      <p:sp>
        <p:nvSpPr>
          <p:cNvPr id="3" name="Subtitle 2">
            <a:extLst>
              <a:ext uri="{FF2B5EF4-FFF2-40B4-BE49-F238E27FC236}">
                <a16:creationId xmlns:a16="http://schemas.microsoft.com/office/drawing/2014/main" id="{EAC25789-497F-4C4F-9815-4F6285F40A6B}"/>
              </a:ext>
            </a:extLst>
          </p:cNvPr>
          <p:cNvSpPr>
            <a:spLocks noGrp="1"/>
          </p:cNvSpPr>
          <p:nvPr>
            <p:ph type="subTitle" idx="1"/>
          </p:nvPr>
        </p:nvSpPr>
        <p:spPr/>
        <p:txBody>
          <a:bodyPr/>
          <a:lstStyle/>
          <a:p>
            <a:r>
              <a:rPr lang="en-GB" dirty="0"/>
              <a:t>Nathan Share</a:t>
            </a:r>
          </a:p>
        </p:txBody>
      </p:sp>
    </p:spTree>
    <p:extLst>
      <p:ext uri="{BB962C8B-B14F-4D97-AF65-F5344CB8AC3E}">
        <p14:creationId xmlns:p14="http://schemas.microsoft.com/office/powerpoint/2010/main" val="33361905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3C437E-E291-4AFB-8D9C-E9D66549E8C1}"/>
              </a:ext>
            </a:extLst>
          </p:cNvPr>
          <p:cNvSpPr>
            <a:spLocks noGrp="1"/>
          </p:cNvSpPr>
          <p:nvPr>
            <p:ph type="title"/>
          </p:nvPr>
        </p:nvSpPr>
        <p:spPr>
          <a:xfrm>
            <a:off x="0" y="0"/>
            <a:ext cx="3141133" cy="346075"/>
          </a:xfrm>
        </p:spPr>
        <p:txBody>
          <a:bodyPr>
            <a:noAutofit/>
          </a:bodyPr>
          <a:lstStyle/>
          <a:p>
            <a:r>
              <a:rPr lang="en-GB" sz="1800" dirty="0">
                <a:solidFill>
                  <a:schemeClr val="tx1">
                    <a:lumMod val="50000"/>
                    <a:lumOff val="50000"/>
                  </a:schemeClr>
                </a:solidFill>
              </a:rPr>
              <a:t>Sitemap – Greenfield Local Hub</a:t>
            </a:r>
          </a:p>
        </p:txBody>
      </p:sp>
      <p:sp>
        <p:nvSpPr>
          <p:cNvPr id="6" name="TextBox 5">
            <a:extLst>
              <a:ext uri="{FF2B5EF4-FFF2-40B4-BE49-F238E27FC236}">
                <a16:creationId xmlns:a16="http://schemas.microsoft.com/office/drawing/2014/main" id="{7F89EAC8-D954-44A4-ACA5-CD4677617ECF}"/>
              </a:ext>
            </a:extLst>
          </p:cNvPr>
          <p:cNvSpPr txBox="1"/>
          <p:nvPr/>
        </p:nvSpPr>
        <p:spPr>
          <a:xfrm>
            <a:off x="8314267" y="197346"/>
            <a:ext cx="3547533" cy="6463308"/>
          </a:xfrm>
          <a:prstGeom prst="rect">
            <a:avLst/>
          </a:prstGeom>
          <a:noFill/>
          <a:ln>
            <a:solidFill>
              <a:schemeClr val="tx1"/>
            </a:solidFill>
          </a:ln>
        </p:spPr>
        <p:txBody>
          <a:bodyPr wrap="square" rtlCol="0">
            <a:spAutoFit/>
          </a:bodyPr>
          <a:lstStyle/>
          <a:p>
            <a:r>
              <a:rPr lang="en-GB" dirty="0"/>
              <a:t>For my sitemap, I decided to focus on a central homepage that branches out into several key sections of the site. The benefit of organising it this way is that related information remains together and simple to find, and it gives users who are new to the site a clear sense of grouped direction.</a:t>
            </a:r>
          </a:p>
          <a:p>
            <a:endParaRPr lang="en-GB" dirty="0"/>
          </a:p>
          <a:p>
            <a:r>
              <a:rPr lang="en-GB" dirty="0"/>
              <a:t>While this can slightly hinder navigation, I have chosen to keep even the furthest pages at a maximum of 4-5 clicks from the homepage, so that it is difficult to lose the page you’re looking for.</a:t>
            </a:r>
          </a:p>
          <a:p>
            <a:endParaRPr lang="en-GB" dirty="0"/>
          </a:p>
          <a:p>
            <a:r>
              <a:rPr lang="en-GB" dirty="0"/>
              <a:t>Furthermore, I have added the cart page in twice, once from the homepage, where the user can access it as a shortcut, and once before ordering, as a natural segue into the payment/order process.</a:t>
            </a:r>
          </a:p>
        </p:txBody>
      </p:sp>
      <p:pic>
        <p:nvPicPr>
          <p:cNvPr id="8" name="Picture 7">
            <a:extLst>
              <a:ext uri="{FF2B5EF4-FFF2-40B4-BE49-F238E27FC236}">
                <a16:creationId xmlns:a16="http://schemas.microsoft.com/office/drawing/2014/main" id="{7BB60436-E271-4F69-B121-82B68EC9489C}"/>
              </a:ext>
            </a:extLst>
          </p:cNvPr>
          <p:cNvPicPr>
            <a:picLocks noChangeAspect="1"/>
          </p:cNvPicPr>
          <p:nvPr/>
        </p:nvPicPr>
        <p:blipFill>
          <a:blip r:embed="rId2"/>
          <a:stretch>
            <a:fillRect/>
          </a:stretch>
        </p:blipFill>
        <p:spPr>
          <a:xfrm>
            <a:off x="954824" y="406400"/>
            <a:ext cx="5845819" cy="6045200"/>
          </a:xfrm>
          <a:prstGeom prst="rect">
            <a:avLst/>
          </a:prstGeom>
        </p:spPr>
      </p:pic>
    </p:spTree>
    <p:extLst>
      <p:ext uri="{BB962C8B-B14F-4D97-AF65-F5344CB8AC3E}">
        <p14:creationId xmlns:p14="http://schemas.microsoft.com/office/powerpoint/2010/main" val="10106397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10E5D9D-31E2-4E65-AA2C-B27901E6A7EC}"/>
              </a:ext>
            </a:extLst>
          </p:cNvPr>
          <p:cNvSpPr>
            <a:spLocks noGrp="1"/>
          </p:cNvSpPr>
          <p:nvPr>
            <p:ph type="title"/>
          </p:nvPr>
        </p:nvSpPr>
        <p:spPr>
          <a:xfrm>
            <a:off x="0" y="0"/>
            <a:ext cx="3564467" cy="474133"/>
          </a:xfrm>
        </p:spPr>
        <p:txBody>
          <a:bodyPr>
            <a:noAutofit/>
          </a:bodyPr>
          <a:lstStyle/>
          <a:p>
            <a:r>
              <a:rPr lang="en-GB" sz="1800" dirty="0">
                <a:solidFill>
                  <a:schemeClr val="tx1">
                    <a:lumMod val="50000"/>
                    <a:lumOff val="50000"/>
                  </a:schemeClr>
                </a:solidFill>
              </a:rPr>
              <a:t>Wireframe – Homepage/Index Page</a:t>
            </a:r>
            <a:br>
              <a:rPr lang="en-GB" sz="1800" dirty="0">
                <a:solidFill>
                  <a:schemeClr val="tx1">
                    <a:lumMod val="50000"/>
                    <a:lumOff val="50000"/>
                  </a:schemeClr>
                </a:solidFill>
              </a:rPr>
            </a:br>
            <a:r>
              <a:rPr lang="en-GB" sz="900" b="0" i="0" dirty="0">
                <a:solidFill>
                  <a:schemeClr val="tx1">
                    <a:lumMod val="50000"/>
                    <a:lumOff val="50000"/>
                  </a:schemeClr>
                </a:solidFill>
                <a:effectLst/>
                <a:latin typeface="system-ui"/>
                <a:hlinkClick r:id="rId2"/>
              </a:rPr>
              <a:t>Site Link</a:t>
            </a:r>
            <a:endParaRPr lang="en-GB" sz="1800" dirty="0">
              <a:solidFill>
                <a:schemeClr val="tx1">
                  <a:lumMod val="50000"/>
                  <a:lumOff val="50000"/>
                </a:schemeClr>
              </a:solidFill>
            </a:endParaRPr>
          </a:p>
        </p:txBody>
      </p:sp>
      <p:pic>
        <p:nvPicPr>
          <p:cNvPr id="11" name="Picture 10">
            <a:extLst>
              <a:ext uri="{FF2B5EF4-FFF2-40B4-BE49-F238E27FC236}">
                <a16:creationId xmlns:a16="http://schemas.microsoft.com/office/drawing/2014/main" id="{ECB43088-E0C0-48E5-91D2-2CB1AA26DC55}"/>
              </a:ext>
            </a:extLst>
          </p:cNvPr>
          <p:cNvPicPr>
            <a:picLocks noChangeAspect="1"/>
          </p:cNvPicPr>
          <p:nvPr/>
        </p:nvPicPr>
        <p:blipFill>
          <a:blip r:embed="rId3"/>
          <a:stretch>
            <a:fillRect/>
          </a:stretch>
        </p:blipFill>
        <p:spPr>
          <a:xfrm>
            <a:off x="3872048" y="0"/>
            <a:ext cx="4447903" cy="6858000"/>
          </a:xfrm>
          <a:prstGeom prst="rect">
            <a:avLst/>
          </a:prstGeom>
        </p:spPr>
      </p:pic>
    </p:spTree>
    <p:extLst>
      <p:ext uri="{BB962C8B-B14F-4D97-AF65-F5344CB8AC3E}">
        <p14:creationId xmlns:p14="http://schemas.microsoft.com/office/powerpoint/2010/main" val="10682064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10E5D9D-31E2-4E65-AA2C-B27901E6A7EC}"/>
              </a:ext>
            </a:extLst>
          </p:cNvPr>
          <p:cNvSpPr>
            <a:spLocks noGrp="1"/>
          </p:cNvSpPr>
          <p:nvPr>
            <p:ph type="title"/>
          </p:nvPr>
        </p:nvSpPr>
        <p:spPr>
          <a:xfrm>
            <a:off x="0" y="0"/>
            <a:ext cx="3564467" cy="474133"/>
          </a:xfrm>
        </p:spPr>
        <p:txBody>
          <a:bodyPr>
            <a:noAutofit/>
          </a:bodyPr>
          <a:lstStyle/>
          <a:p>
            <a:r>
              <a:rPr lang="en-GB" sz="1800" dirty="0">
                <a:solidFill>
                  <a:schemeClr val="tx1">
                    <a:lumMod val="50000"/>
                    <a:lumOff val="50000"/>
                  </a:schemeClr>
                </a:solidFill>
              </a:rPr>
              <a:t>Wireframe – My Account</a:t>
            </a:r>
            <a:br>
              <a:rPr lang="en-GB" sz="1800" dirty="0">
                <a:solidFill>
                  <a:schemeClr val="tx1">
                    <a:lumMod val="50000"/>
                    <a:lumOff val="50000"/>
                  </a:schemeClr>
                </a:solidFill>
              </a:rPr>
            </a:br>
            <a:r>
              <a:rPr lang="en-GB" sz="900" b="0" i="0" dirty="0">
                <a:solidFill>
                  <a:schemeClr val="tx1">
                    <a:lumMod val="50000"/>
                    <a:lumOff val="50000"/>
                  </a:schemeClr>
                </a:solidFill>
                <a:effectLst/>
                <a:latin typeface="system-ui"/>
                <a:hlinkClick r:id="rId2"/>
              </a:rPr>
              <a:t>Site Link</a:t>
            </a:r>
            <a:endParaRPr lang="en-GB" sz="1800" dirty="0">
              <a:solidFill>
                <a:schemeClr val="tx1">
                  <a:lumMod val="50000"/>
                  <a:lumOff val="50000"/>
                </a:schemeClr>
              </a:solidFill>
            </a:endParaRPr>
          </a:p>
        </p:txBody>
      </p:sp>
      <p:pic>
        <p:nvPicPr>
          <p:cNvPr id="3" name="Picture 2">
            <a:extLst>
              <a:ext uri="{FF2B5EF4-FFF2-40B4-BE49-F238E27FC236}">
                <a16:creationId xmlns:a16="http://schemas.microsoft.com/office/drawing/2014/main" id="{A718CA84-4157-4AE6-A2F8-47A9D88AABFD}"/>
              </a:ext>
            </a:extLst>
          </p:cNvPr>
          <p:cNvPicPr>
            <a:picLocks noChangeAspect="1"/>
          </p:cNvPicPr>
          <p:nvPr/>
        </p:nvPicPr>
        <p:blipFill>
          <a:blip r:embed="rId3"/>
          <a:stretch>
            <a:fillRect/>
          </a:stretch>
        </p:blipFill>
        <p:spPr>
          <a:xfrm>
            <a:off x="3359104" y="558799"/>
            <a:ext cx="5473791" cy="5615180"/>
          </a:xfrm>
          <a:prstGeom prst="rect">
            <a:avLst/>
          </a:prstGeom>
        </p:spPr>
      </p:pic>
    </p:spTree>
    <p:extLst>
      <p:ext uri="{BB962C8B-B14F-4D97-AF65-F5344CB8AC3E}">
        <p14:creationId xmlns:p14="http://schemas.microsoft.com/office/powerpoint/2010/main" val="30574536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10E5D9D-31E2-4E65-AA2C-B27901E6A7EC}"/>
              </a:ext>
            </a:extLst>
          </p:cNvPr>
          <p:cNvSpPr>
            <a:spLocks noGrp="1"/>
          </p:cNvSpPr>
          <p:nvPr>
            <p:ph type="title"/>
          </p:nvPr>
        </p:nvSpPr>
        <p:spPr>
          <a:xfrm>
            <a:off x="0" y="0"/>
            <a:ext cx="3564467" cy="474133"/>
          </a:xfrm>
        </p:spPr>
        <p:txBody>
          <a:bodyPr>
            <a:noAutofit/>
          </a:bodyPr>
          <a:lstStyle/>
          <a:p>
            <a:r>
              <a:rPr lang="en-GB" sz="1800" dirty="0">
                <a:solidFill>
                  <a:schemeClr val="tx1">
                    <a:lumMod val="50000"/>
                    <a:lumOff val="50000"/>
                  </a:schemeClr>
                </a:solidFill>
              </a:rPr>
              <a:t>Wireframe – Featured Products</a:t>
            </a:r>
            <a:br>
              <a:rPr lang="en-GB" sz="1800" dirty="0">
                <a:solidFill>
                  <a:schemeClr val="tx1">
                    <a:lumMod val="50000"/>
                    <a:lumOff val="50000"/>
                  </a:schemeClr>
                </a:solidFill>
              </a:rPr>
            </a:br>
            <a:r>
              <a:rPr lang="en-GB" sz="900" b="0" i="0" dirty="0">
                <a:solidFill>
                  <a:schemeClr val="tx1">
                    <a:lumMod val="50000"/>
                    <a:lumOff val="50000"/>
                  </a:schemeClr>
                </a:solidFill>
                <a:effectLst/>
                <a:latin typeface="system-ui"/>
                <a:hlinkClick r:id="rId2"/>
              </a:rPr>
              <a:t>Site Link</a:t>
            </a:r>
            <a:endParaRPr lang="en-GB" sz="1800" dirty="0">
              <a:solidFill>
                <a:schemeClr val="tx1">
                  <a:lumMod val="50000"/>
                  <a:lumOff val="50000"/>
                </a:schemeClr>
              </a:solidFill>
            </a:endParaRPr>
          </a:p>
        </p:txBody>
      </p:sp>
      <p:pic>
        <p:nvPicPr>
          <p:cNvPr id="5" name="Picture 4">
            <a:extLst>
              <a:ext uri="{FF2B5EF4-FFF2-40B4-BE49-F238E27FC236}">
                <a16:creationId xmlns:a16="http://schemas.microsoft.com/office/drawing/2014/main" id="{3BE44DC4-B6D2-4945-9716-256D94EEC46B}"/>
              </a:ext>
            </a:extLst>
          </p:cNvPr>
          <p:cNvPicPr>
            <a:picLocks noChangeAspect="1"/>
          </p:cNvPicPr>
          <p:nvPr/>
        </p:nvPicPr>
        <p:blipFill>
          <a:blip r:embed="rId3"/>
          <a:stretch>
            <a:fillRect/>
          </a:stretch>
        </p:blipFill>
        <p:spPr>
          <a:xfrm>
            <a:off x="2950427" y="863600"/>
            <a:ext cx="6291146" cy="4788874"/>
          </a:xfrm>
          <a:prstGeom prst="rect">
            <a:avLst/>
          </a:prstGeom>
        </p:spPr>
      </p:pic>
    </p:spTree>
    <p:extLst>
      <p:ext uri="{BB962C8B-B14F-4D97-AF65-F5344CB8AC3E}">
        <p14:creationId xmlns:p14="http://schemas.microsoft.com/office/powerpoint/2010/main" val="10335254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10E5D9D-31E2-4E65-AA2C-B27901E6A7EC}"/>
              </a:ext>
            </a:extLst>
          </p:cNvPr>
          <p:cNvSpPr>
            <a:spLocks noGrp="1"/>
          </p:cNvSpPr>
          <p:nvPr>
            <p:ph type="title"/>
          </p:nvPr>
        </p:nvSpPr>
        <p:spPr>
          <a:xfrm>
            <a:off x="0" y="0"/>
            <a:ext cx="3564467" cy="474133"/>
          </a:xfrm>
        </p:spPr>
        <p:txBody>
          <a:bodyPr>
            <a:noAutofit/>
          </a:bodyPr>
          <a:lstStyle/>
          <a:p>
            <a:r>
              <a:rPr lang="en-GB" sz="1800" dirty="0">
                <a:solidFill>
                  <a:schemeClr val="tx1">
                    <a:lumMod val="50000"/>
                    <a:lumOff val="50000"/>
                  </a:schemeClr>
                </a:solidFill>
              </a:rPr>
              <a:t>Wireframe – Why buy local?</a:t>
            </a:r>
            <a:br>
              <a:rPr lang="en-GB" sz="1800" dirty="0">
                <a:solidFill>
                  <a:schemeClr val="tx1">
                    <a:lumMod val="50000"/>
                    <a:lumOff val="50000"/>
                  </a:schemeClr>
                </a:solidFill>
              </a:rPr>
            </a:br>
            <a:r>
              <a:rPr lang="en-GB" sz="900" b="0" i="0" dirty="0">
                <a:solidFill>
                  <a:schemeClr val="tx1">
                    <a:lumMod val="50000"/>
                    <a:lumOff val="50000"/>
                  </a:schemeClr>
                </a:solidFill>
                <a:effectLst/>
                <a:latin typeface="system-ui"/>
                <a:hlinkClick r:id="rId2"/>
              </a:rPr>
              <a:t>Site Link</a:t>
            </a:r>
            <a:endParaRPr lang="en-GB" sz="1800" dirty="0">
              <a:solidFill>
                <a:schemeClr val="tx1">
                  <a:lumMod val="50000"/>
                  <a:lumOff val="50000"/>
                </a:schemeClr>
              </a:solidFill>
            </a:endParaRPr>
          </a:p>
        </p:txBody>
      </p:sp>
      <p:pic>
        <p:nvPicPr>
          <p:cNvPr id="3" name="Picture 2">
            <a:extLst>
              <a:ext uri="{FF2B5EF4-FFF2-40B4-BE49-F238E27FC236}">
                <a16:creationId xmlns:a16="http://schemas.microsoft.com/office/drawing/2014/main" id="{11958FCD-F30A-4516-AD53-AC0795DAE6DD}"/>
              </a:ext>
            </a:extLst>
          </p:cNvPr>
          <p:cNvPicPr>
            <a:picLocks noChangeAspect="1"/>
          </p:cNvPicPr>
          <p:nvPr/>
        </p:nvPicPr>
        <p:blipFill>
          <a:blip r:embed="rId3"/>
          <a:stretch>
            <a:fillRect/>
          </a:stretch>
        </p:blipFill>
        <p:spPr>
          <a:xfrm>
            <a:off x="2624667" y="759144"/>
            <a:ext cx="6222870" cy="5339711"/>
          </a:xfrm>
          <a:prstGeom prst="rect">
            <a:avLst/>
          </a:prstGeom>
        </p:spPr>
      </p:pic>
    </p:spTree>
    <p:extLst>
      <p:ext uri="{BB962C8B-B14F-4D97-AF65-F5344CB8AC3E}">
        <p14:creationId xmlns:p14="http://schemas.microsoft.com/office/powerpoint/2010/main" val="26777067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10E5D9D-31E2-4E65-AA2C-B27901E6A7EC}"/>
              </a:ext>
            </a:extLst>
          </p:cNvPr>
          <p:cNvSpPr>
            <a:spLocks noGrp="1"/>
          </p:cNvSpPr>
          <p:nvPr>
            <p:ph type="title"/>
          </p:nvPr>
        </p:nvSpPr>
        <p:spPr>
          <a:xfrm>
            <a:off x="0" y="0"/>
            <a:ext cx="3564467" cy="474133"/>
          </a:xfrm>
        </p:spPr>
        <p:txBody>
          <a:bodyPr>
            <a:noAutofit/>
          </a:bodyPr>
          <a:lstStyle/>
          <a:p>
            <a:r>
              <a:rPr lang="en-GB" sz="1800" dirty="0">
                <a:solidFill>
                  <a:schemeClr val="tx1">
                    <a:lumMod val="50000"/>
                    <a:lumOff val="50000"/>
                  </a:schemeClr>
                </a:solidFill>
              </a:rPr>
              <a:t>Wireframe – Product Categories</a:t>
            </a:r>
            <a:br>
              <a:rPr lang="en-GB" sz="1800" dirty="0">
                <a:solidFill>
                  <a:schemeClr val="tx1">
                    <a:lumMod val="50000"/>
                    <a:lumOff val="50000"/>
                  </a:schemeClr>
                </a:solidFill>
              </a:rPr>
            </a:br>
            <a:r>
              <a:rPr lang="en-GB" sz="900" b="0" i="0" dirty="0">
                <a:solidFill>
                  <a:schemeClr val="tx1">
                    <a:lumMod val="50000"/>
                    <a:lumOff val="50000"/>
                  </a:schemeClr>
                </a:solidFill>
                <a:effectLst/>
                <a:latin typeface="system-ui"/>
                <a:hlinkClick r:id="rId2"/>
              </a:rPr>
              <a:t>Site Link</a:t>
            </a:r>
            <a:endParaRPr lang="en-GB" sz="1800" dirty="0">
              <a:solidFill>
                <a:schemeClr val="tx1">
                  <a:lumMod val="50000"/>
                  <a:lumOff val="50000"/>
                </a:schemeClr>
              </a:solidFill>
            </a:endParaRPr>
          </a:p>
        </p:txBody>
      </p:sp>
      <p:pic>
        <p:nvPicPr>
          <p:cNvPr id="5" name="Picture 4">
            <a:extLst>
              <a:ext uri="{FF2B5EF4-FFF2-40B4-BE49-F238E27FC236}">
                <a16:creationId xmlns:a16="http://schemas.microsoft.com/office/drawing/2014/main" id="{D5FD2BB2-CB36-4FB3-9CA4-31EC87C674E1}"/>
              </a:ext>
            </a:extLst>
          </p:cNvPr>
          <p:cNvPicPr>
            <a:picLocks noChangeAspect="1"/>
          </p:cNvPicPr>
          <p:nvPr/>
        </p:nvPicPr>
        <p:blipFill>
          <a:blip r:embed="rId3"/>
          <a:stretch>
            <a:fillRect/>
          </a:stretch>
        </p:blipFill>
        <p:spPr>
          <a:xfrm>
            <a:off x="2938656" y="612262"/>
            <a:ext cx="6314687" cy="5991738"/>
          </a:xfrm>
          <a:prstGeom prst="rect">
            <a:avLst/>
          </a:prstGeom>
        </p:spPr>
      </p:pic>
    </p:spTree>
    <p:extLst>
      <p:ext uri="{BB962C8B-B14F-4D97-AF65-F5344CB8AC3E}">
        <p14:creationId xmlns:p14="http://schemas.microsoft.com/office/powerpoint/2010/main" val="25173688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10E5D9D-31E2-4E65-AA2C-B27901E6A7EC}"/>
              </a:ext>
            </a:extLst>
          </p:cNvPr>
          <p:cNvSpPr>
            <a:spLocks noGrp="1"/>
          </p:cNvSpPr>
          <p:nvPr>
            <p:ph type="title"/>
          </p:nvPr>
        </p:nvSpPr>
        <p:spPr>
          <a:xfrm>
            <a:off x="0" y="0"/>
            <a:ext cx="3564467" cy="474133"/>
          </a:xfrm>
        </p:spPr>
        <p:txBody>
          <a:bodyPr>
            <a:noAutofit/>
          </a:bodyPr>
          <a:lstStyle/>
          <a:p>
            <a:r>
              <a:rPr lang="en-GB" sz="1800" dirty="0">
                <a:solidFill>
                  <a:schemeClr val="tx1">
                    <a:lumMod val="50000"/>
                    <a:lumOff val="50000"/>
                  </a:schemeClr>
                </a:solidFill>
              </a:rPr>
              <a:t>Wireframe – Order</a:t>
            </a:r>
            <a:br>
              <a:rPr lang="en-GB" sz="1800" dirty="0">
                <a:solidFill>
                  <a:schemeClr val="tx1">
                    <a:lumMod val="50000"/>
                    <a:lumOff val="50000"/>
                  </a:schemeClr>
                </a:solidFill>
              </a:rPr>
            </a:br>
            <a:r>
              <a:rPr lang="en-GB" sz="900" b="0" i="0" dirty="0">
                <a:solidFill>
                  <a:schemeClr val="tx1">
                    <a:lumMod val="50000"/>
                    <a:lumOff val="50000"/>
                  </a:schemeClr>
                </a:solidFill>
                <a:effectLst/>
                <a:latin typeface="system-ui"/>
                <a:hlinkClick r:id="rId2"/>
              </a:rPr>
              <a:t>Site Link</a:t>
            </a:r>
            <a:endParaRPr lang="en-GB" sz="1800" dirty="0">
              <a:solidFill>
                <a:schemeClr val="tx1">
                  <a:lumMod val="50000"/>
                  <a:lumOff val="50000"/>
                </a:schemeClr>
              </a:solidFill>
            </a:endParaRPr>
          </a:p>
        </p:txBody>
      </p:sp>
      <p:pic>
        <p:nvPicPr>
          <p:cNvPr id="3" name="Picture 2">
            <a:extLst>
              <a:ext uri="{FF2B5EF4-FFF2-40B4-BE49-F238E27FC236}">
                <a16:creationId xmlns:a16="http://schemas.microsoft.com/office/drawing/2014/main" id="{4A85444B-EA55-4F3C-97F7-1789D303806A}"/>
              </a:ext>
            </a:extLst>
          </p:cNvPr>
          <p:cNvPicPr>
            <a:picLocks noChangeAspect="1"/>
          </p:cNvPicPr>
          <p:nvPr/>
        </p:nvPicPr>
        <p:blipFill>
          <a:blip r:embed="rId3"/>
          <a:stretch>
            <a:fillRect/>
          </a:stretch>
        </p:blipFill>
        <p:spPr>
          <a:xfrm>
            <a:off x="2789389" y="304800"/>
            <a:ext cx="6613222" cy="6044729"/>
          </a:xfrm>
          <a:prstGeom prst="rect">
            <a:avLst/>
          </a:prstGeom>
        </p:spPr>
      </p:pic>
    </p:spTree>
    <p:extLst>
      <p:ext uri="{BB962C8B-B14F-4D97-AF65-F5344CB8AC3E}">
        <p14:creationId xmlns:p14="http://schemas.microsoft.com/office/powerpoint/2010/main" val="32809676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150</TotalTime>
  <Words>193</Words>
  <Application>Microsoft Office PowerPoint</Application>
  <PresentationFormat>Widescreen</PresentationFormat>
  <Paragraphs>14</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Calibri Light</vt:lpstr>
      <vt:lpstr>system-ui</vt:lpstr>
      <vt:lpstr>Office Theme</vt:lpstr>
      <vt:lpstr>Visual Designs</vt:lpstr>
      <vt:lpstr>Sitemap – Greenfield Local Hub</vt:lpstr>
      <vt:lpstr>Wireframe – Homepage/Index Page Site Link</vt:lpstr>
      <vt:lpstr>Wireframe – My Account Site Link</vt:lpstr>
      <vt:lpstr>Wireframe – Featured Products Site Link</vt:lpstr>
      <vt:lpstr>Wireframe – Why buy local? Site Link</vt:lpstr>
      <vt:lpstr>Wireframe – Product Categories Site Link</vt:lpstr>
      <vt:lpstr>Wireframe – Order Site Link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Visual Designs</dc:title>
  <dc:creator>Digi-T-Y2-26@dom.sandwell.ac.uk</dc:creator>
  <cp:lastModifiedBy>Digi-T-Y2-26@dom.sandwell.ac.uk</cp:lastModifiedBy>
  <cp:revision>13</cp:revision>
  <dcterms:created xsi:type="dcterms:W3CDTF">2026-03-13T10:41:00Z</dcterms:created>
  <dcterms:modified xsi:type="dcterms:W3CDTF">2026-03-13T13:11:52Z</dcterms:modified>
</cp:coreProperties>
</file>